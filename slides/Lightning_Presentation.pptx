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6213E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6213E"/>
                </a:solidFill>
                <a:latin typeface="Calibri"/>
              </a:rPr>
              <a:t>Findings per endpoint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rgbClr val="B91C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linux-endpoint</c:v>
                  </c:pt>
                  <c:pt idx="1">
                    <c:v>windows-endpoint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6407</c:v>
                </c:pt>
                <c:pt idx="1">
                  <c:v>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</c:v>
                </c:pt>
              </c:strCache>
            </c:strRef>
          </c:tx>
          <c:spPr>
            <a:solidFill>
              <a:srgbClr val="1580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linux-endpoint</c:v>
                  </c:pt>
                  <c:pt idx="1">
                    <c:v>windows-endpoint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3182</c:v>
                </c:pt>
                <c:pt idx="1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seconds. Wazuh vulnerability detection on the Project 1 lab: one Ubuntu server, one Windows 11 workstation. Discover, triage, prioritize, remediate,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seconds. Point out the 99% number: raw counts mislead. Two packages, one fix each. Windows was clean, so an old editor was installed deliberately to test detection, and it surfaced a KEV item.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seconds. This is the core skill. Example: a CVSS 10 on the unused kernel is not exploitable at all; a 7.5 on KEV on the workstation is the real emergency. Mention the CVE-2023-6401 mismatch: Wazuh said High, NVD said 5.3.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90 seconds. One sentence each: what it is, why that tier, what I did. Be ready for: why is the running kernel only P2 with CVSS 10? Because no patch exists and it's a LAN-only Medium asset; accepted risk with monitoring.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seconds. Four fixes: Notepad++ upgrade, remove unused kernel, patch python3.10, remove LXD. Each verified by agent restart and re-scan; before/after screenshots in the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seconds. Close on the process point: the whole cycle is scripted (kev_crossref.py) and repeatable weekly in under 30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Vulnerability Management Sprint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6,420 findings to one decision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Miracle Chimamanda Ndubuisi  |  SOC Analyst Training Program  |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scanner found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9844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6,420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299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findings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0" y="1188720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29844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3,218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20299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CVEs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29844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0299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CISA KEV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0" y="1188720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129844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20299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Linux findings in 2 kernel packages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78892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22.04 (Medium criticality):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6,407 findings. Two kernel packages account for 6,368 of them, one of which (5.15.0-187) was installed but not even running.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11 (High criticality):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patched at baseline (0 findings). An outdated Notepad++ 7.8.9 was introduced to exercise the Windows path: 13 findings, including the only KEV entry in the estate.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newer kernel exists in apt, so the 1,284 High/Critical CVEs on the running kernel are backported-already or unfixed upstream, not patchable.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CVSS alone is not enough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188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 base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916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bad could it be? Pulled from NVD, not the scanner label.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411480" cy="4114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4612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1188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 KEV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16916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anyone actually exploiting it? 1,713 CVEs, checked by script.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1188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criticality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16916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it cost us? Workstation = High, headless server = Medium.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834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= in KEV on a High/Medium asset, or CVSS 9+ on a High asset.   P2 = CVSS 7+ on any non-Low asset.   P3 = the rest. Kernel packages tiered as a group: every CVE shares one fix.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99592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7274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immediate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388620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46120" y="399592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600" dirty="0"/>
          </a:p>
        </p:txBody>
      </p:sp>
      <p:sp>
        <p:nvSpPr>
          <p:cNvPr id="22" name="Text 20"/>
          <p:cNvSpPr txBox="1"/>
          <p:nvPr/>
        </p:nvSpPr>
        <p:spPr>
          <a:xfrm>
            <a:off x="3246120" y="47274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this week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388620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035040" y="399592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25" name="Text 23"/>
          <p:cNvSpPr txBox="1"/>
          <p:nvPr/>
        </p:nvSpPr>
        <p:spPr>
          <a:xfrm>
            <a:off x="6035040" y="47274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P3: backlog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0" y="4937760"/>
            <a:ext cx="9144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3 findings and the decision on each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CVE-2025-15556  |  Notepad++ 7.8.9  |  windows-endpoint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5544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 7.5, in CISA KEV (added Feb 2026), on the user-operated High asset. Exploited in the wild plus user-facing = immediate.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1554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Upgraded to 8.9.8. Clears all 13 Windows findings.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468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5.15.0-187 (1,288 High/Critical)  |  linux-endpoint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7889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volume item in the estate, but not the running kernel, so zero real exposure. Cheapest, safest, biggest win.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788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 remove. 3,186 findings gone.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703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CVE-2025-54289  |  LXD 5.0.9  |  linux-endpoint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0233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 8.1 privilege escalation, but LXD unused and its API not exposed. Snap had no update available.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4023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LXD: compensating control, attack surface gone.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and after: verified by re-scan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7548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486400" y="1143000"/>
            <a:ext cx="3200400" cy="1325880"/>
          </a:xfrm>
          <a:prstGeom prst="roundRect">
            <a:avLst>
              <a:gd name="adj" fmla="val 689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0" y="125272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0" y="1984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findings (6,420 to 3,182)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0" y="2606040"/>
            <a:ext cx="3200400" cy="1325880"/>
          </a:xfrm>
          <a:prstGeom prst="roundRect">
            <a:avLst>
              <a:gd name="adj" fmla="val 689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0" y="271576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5486400" y="34472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P1 resolved; Windows at zero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0" y="40690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3,182 sit in the running kernel 5.15.0-191, which has no available patch: accepted risk on a LAN-only asset, re-checked weekly.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I'd take into a real SOC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1F2B52"/>
          </a:solidFill>
          <a:ln w="12700">
            <a:solidFill>
              <a:srgbClr val="1F2B5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fixes, not the CVEs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5564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6,368 findings were two apt commands. Group by remediation before you triage.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1F2B52"/>
          </a:solidFill>
          <a:ln w="12700">
            <a:solidFill>
              <a:srgbClr val="1F2B5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325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NVD numbers over scanner labels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75564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'High' was really a 5.3. The scanner label is a hint, not the score.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1F2B52"/>
          </a:solidFill>
          <a:ln w="12700">
            <a:solidFill>
              <a:srgbClr val="1F2B5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0175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 changes the order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44728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exploited-in-the-wild item was a 7.5, not a 10. Exploitability beats severity.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288036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1F2B52"/>
          </a:solidFill>
          <a:ln w="12700">
            <a:solidFill>
              <a:srgbClr val="1F2B5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30175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Agent-based detection has blind spots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44728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sees packages, not exposed services or config. Pair it with an active scanner.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2026-09-17T09:38:38Z</dcterms:created>
  <dcterms:modified xsi:type="dcterms:W3CDTF">2026-09-17T09:38:38Z</dcterms:modified>
</cp:coreProperties>
</file>